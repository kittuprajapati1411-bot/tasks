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Arial"/>
              </a:rPr>
              <a:t>Revenue from operations (INR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(INR crore)</c:v>
                </c:pt>
              </c:strCache>
            </c:strRef>
          </c:tx>
          <c:spPr>
            <a:solidFill>
              <a:srgbClr val="1FA5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FY23</c:v>
                  </c:pt>
                  <c:pt idx="1">
                    <c:v>FY24</c:v>
                  </c:pt>
                  <c:pt idx="2">
                    <c:v>FY25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3788</c:v>
                </c:pt>
                <c:pt idx="1">
                  <c:v>5428</c:v>
                </c:pt>
                <c:pt idx="2">
                  <c:v>6653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651760"/>
            <a:ext cx="3291840" cy="3291840"/>
          </a:xfrm>
          <a:prstGeom prst="ellipse">
            <a:avLst/>
          </a:prstGeom>
          <a:solidFill>
            <a:srgbClr val="1FA5A0"/>
          </a:solidFill>
          <a:ln w="12700">
            <a:solidFill>
              <a:srgbClr val="1FA5A0"/>
            </a:solidFill>
            <a:prstDash val="solid"/>
          </a:ln>
        </p:spPr>
      </p:sp>
      <p:pic>
        <p:nvPicPr>
          <p:cNvPr id="4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3840480" cy="5394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7373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06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Startup Reinvented Eyewear Retail in India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AYUSHI PRAJAPATI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Company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61872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430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Lenskart is India's largest organised eyewear brand, selling eyeglasses, sunglasses and contact lenses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19656"/>
            <a:ext cx="8229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938528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1965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2010 by Peyush Bansal, Amit Chaudhary and Sumeet Kapahi as an online-only retailer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8229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15184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9631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offline retail in 2013 and grew into an omnichannel business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72968"/>
            <a:ext cx="8229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291840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17296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2,700 stores worldwide (around 2,067 in India and 656 overseas)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8229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968496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4962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include SoftBank, KKR, Temasek and ADIA; listed on the stock exchanges through an IPO in November 2025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AYUSHI PRAJAPATI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Industry Background &amp;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61872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430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eyewear market was highly fragmented, with mostly small unorganised local shops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19656"/>
            <a:ext cx="8229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938528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1965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people needed vision correction but had never had an eye test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8229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15184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9631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were high and choice was limited, with slow delivery of made-to-order lenses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72968"/>
            <a:ext cx="8229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291840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17296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glasses online was seen as risky because customers could not try them 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8229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968496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4962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a quality, affordable, tech-led eyewear brand for the mass market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AYUSHI PRAJAPATI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Business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320040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53312"/>
            <a:ext cx="384048" cy="384048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533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Manufacture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its own frames and makes them in large centralised facilities, giving control over cost, quality and delivery time.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68980" y="1188720"/>
            <a:ext cx="2606040" cy="320040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1860" y="1353312"/>
            <a:ext cx="384048" cy="384048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954780" y="13533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to Consumer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51860" y="18745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through its own website, app and stores. Cutting out middlemen allows lower prices and higher margins.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1188720"/>
            <a:ext cx="2606040" cy="320040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353312"/>
            <a:ext cx="384048" cy="384048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13533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Omnichannel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745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and offline work together: browse on the app, get an eye test in-store, order either way, and get home delivery.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AYUSHI PRAJAPATI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Key Strategies &amp; Innovation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47548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16152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4300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integration: in-house design, manufacturing and retail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8229600" cy="47548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83080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0992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3D virtual try-on and AI-based frame recommendations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76856"/>
            <a:ext cx="8229600" cy="47548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50008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276856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eye test service that brings optometrists to the customer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43784"/>
            <a:ext cx="8229600" cy="47548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916936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843784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Lenskart Gold membership offering discounts and repeat-purchase benefits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10712"/>
            <a:ext cx="8229600" cy="47548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483864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41071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store expansion, mainly company-owned and company-operated stores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229600" cy="47548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4050792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97764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growth, including the acquisition of Japan's Owndays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AYUSHI PRAJAPATI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Financial Performance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143000"/>
            <a:ext cx="3017520" cy="105156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52160" y="1307592"/>
            <a:ext cx="384048" cy="384048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3075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FY25 Revenue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828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about 22.6% to INR 6,652 crore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0" y="2331720"/>
            <a:ext cx="3017520" cy="105156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0" y="2496312"/>
            <a:ext cx="384048" cy="384048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24963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FY25 EBITDA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3017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INR 971 crore, up 44.5%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0" y="3520440"/>
            <a:ext cx="3017520" cy="105156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0" y="3685032"/>
            <a:ext cx="384048" cy="384048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36850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IPO Size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852160" y="4206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7,278 crore (Nov 2025)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AYUSHI PRAJAPATI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Marketing Strategy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61872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430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stylish frames across budgets, with in-house brands like John Jacobs and Vincent Chase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19656"/>
            <a:ext cx="8229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938528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1965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affordable pricing with offers such as buy-one-get-one and free eye tests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8229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15184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9631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Place: stores in malls and high streets, plus website, app and home service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72968"/>
            <a:ext cx="8229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291840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17296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Promotion: celebrity brand ambassadors, digital and TV campaigns, and a strong founder-led brand voice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8229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968496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4962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easy returns, quality guarantees and quick delivery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AYUSHI PRAJAPATI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SWOT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69164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07592"/>
            <a:ext cx="384048" cy="384048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0759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integration, tech innovation, largest organised network in India, strong brand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169164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307592"/>
            <a:ext cx="384048" cy="384048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130759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Weaknesses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8288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store-expansion costs, rising competition, early profits helped by a one-time gain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023360" cy="169164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36392"/>
            <a:ext cx="384048" cy="384048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13639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57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eyewear penetration, rising screen time, tier-2 and tier-3 cities, overseas markets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4023360" cy="169164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3136392"/>
            <a:ext cx="384048" cy="384048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13639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657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like Titan Eye+ and new D2C brands, price wars, shifting regulations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AYUSHI PRAJAPATI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Challenges &amp;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47548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16152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4300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high store-opening and rental costs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8229600" cy="47548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83080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0992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expand mostly where store economics are proven and use data for site selection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76856"/>
            <a:ext cx="8229600" cy="47548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50008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276856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strong competitors in eyewear retail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43784"/>
            <a:ext cx="8229600" cy="47548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916936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843784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keep the quality, technology and price advantage, and grow loyalty programs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10712"/>
            <a:ext cx="8229600" cy="47548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483864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41071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managing quality and staff at a very large scale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229600" cy="47548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4050792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97764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standardise training and invest in supply chain technology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AYUSHI PRAJAPATI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Key Learnings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430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the full value chain can lower costs and raise quality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11096"/>
            <a:ext cx="8229600" cy="64008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66544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1109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online and offline channels builds trust and convenience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8229600" cy="64008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834640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can remove barriers like trying glasses or getting an eye test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47288"/>
            <a:ext cx="8229600" cy="64008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602736"/>
            <a:ext cx="329184" cy="329184"/>
          </a:xfrm>
          <a:prstGeom prst="ellipse">
            <a:avLst/>
          </a:prstGeom>
          <a:solidFill>
            <a:srgbClr val="1F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4728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a mass-market problem at scale can create a category leader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AYUSHI PRAJAPATI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 Conclusion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Lenskart turned a fragmented, low-awareness market into an organised, tech-driven one. By controlling design, manufacturing and retail, and blending online with offline, it built India's leading eyewear brand and reached profitability and a public listing. Its next test is sustaining growth as it expands across India and overseas.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A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AYUSHI PRAJAPATI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2026-09-28T07:18:02Z</dcterms:created>
  <dcterms:modified xsi:type="dcterms:W3CDTF">2026-09-28T07:18:02Z</dcterms:modified>
</cp:coreProperties>
</file>